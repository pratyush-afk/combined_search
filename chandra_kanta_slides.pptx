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7" d="100"/>
          <a:sy n="87" d="100"/>
        </p:scale>
        <p:origin x="231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618A-D160-2B2D-E98B-661238AC2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510BD-5BB7-9518-1D7E-D92708D69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699C2-91C2-D7B7-EC5C-B740559DE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B4D6-6F2C-4DD5-9D5C-8C0155904E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9C74B-006A-387A-158B-F4C27952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8D63F-B6EE-9972-E0BD-CB1C70103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DDA-720A-4908-8A02-CAFA56A67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956124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D4F0A-1A18-13DF-BA75-D5F9493E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C9BB2-C352-6192-84C0-6CD78FA61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78F05-0DE5-BF9D-E2BE-6AAC7116E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B4D6-6F2C-4DD5-9D5C-8C0155904E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125B2-888D-EC53-072B-2DEFE48C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3949E-4865-9BA6-37DA-A9AFA9B8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DDA-720A-4908-8A02-CAFA56A67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145116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45EC-FE7E-C846-5E80-A7EEB3AA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EB7BD-22E1-F6D4-4454-0D8D7F022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BEE79-D004-9EEF-373A-B3884EF0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B4D6-6F2C-4DD5-9D5C-8C0155904E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73C02-2701-5960-3137-0CAD992CF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33CDE-20C0-E499-18FA-A86EEDCE6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DDA-720A-4908-8A02-CAFA56A67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110588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D6338-08B0-1869-134A-2655C244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12203-099D-52AF-B0AF-52EA04346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413D2-AB1E-3AB8-0013-581451D98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41B94-DA94-B699-5F05-640501EC6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B4D6-6F2C-4DD5-9D5C-8C0155904E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BDF2A-E609-A902-E7A5-4CF96445B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EB434-5DA3-1429-549A-301FC624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DDA-720A-4908-8A02-CAFA56A67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696870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3E36B-06CB-D1D3-7BEF-39FDF9711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2D378-3A8A-FAC0-272B-BFE565B66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EA88D-8B2B-CB69-A0A8-E75C557F0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BE4CE-B543-487E-93C2-983D7542E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A6EDEA-AEC8-9FD9-D57A-774C9AE14F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9567ED-98B8-B469-A39C-D1D8E68A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B4D6-6F2C-4DD5-9D5C-8C0155904E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E29461-A171-4EDD-9ACA-B8BD8C1DE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2C0BEB-96EC-A35F-4BEE-F9F758E7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DDA-720A-4908-8A02-CAFA56A67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533847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CAA16-9036-BF13-FC57-17E86D419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E8C347-47D9-C6CE-AC94-B718761E3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B4D6-6F2C-4DD5-9D5C-8C0155904E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D866A-4BBF-95B0-F13B-DA3933F4F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15E44-57E7-46CB-9874-FB0E6200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DDA-720A-4908-8A02-CAFA56A67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71854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2D337A-42CE-63CB-2FE1-776CC9F4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B4D6-6F2C-4DD5-9D5C-8C0155904E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BD37C1-7555-C572-E855-B790BB7E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5B6F4-7A01-FBBD-22E0-1E97EDD8C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DDA-720A-4908-8A02-CAFA56A67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888503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FF7F-E9C1-3BCC-A6EB-E9FD8EA30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396E3-7328-6CE1-0490-144A707ED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3DFB0-9B29-CE7A-5C07-C53DF5C04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F75E3-7785-D2FC-5528-CBE5D70BD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B4D6-6F2C-4DD5-9D5C-8C0155904E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B2D3C-728C-A846-F0A5-2C0ED79E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F4EF0-987C-8B3C-ECBB-EA9D2AE7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DDA-720A-4908-8A02-CAFA56A67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132525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AF36-1D64-D74E-CEBA-A73EA1C87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FCDF5C-BE71-9B80-FAD5-C06641137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46072-A480-E53D-0BAA-4478707A2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A4E2C-E5E9-6C65-7989-6C2AA2FBB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B4D6-6F2C-4DD5-9D5C-8C0155904E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47C2C-EA9A-C748-7F13-45328340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809B1-0841-EA89-F89B-D4AEB37B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DDA-720A-4908-8A02-CAFA56A67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12874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FFEF-2E0D-5DF5-4656-7B2F1734A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92E41-287A-1C2E-0C2B-50217BC01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D8FE8-33EE-B39F-11A1-AB2CED36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B4D6-6F2C-4DD5-9D5C-8C0155904E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49330-A4E7-B116-871D-5746FBB0B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3DD78-2179-679D-7F21-5BAAD71D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DDA-720A-4908-8A02-CAFA56A67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696532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6BC9F0-282C-54B0-F40E-3459582B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633E3-DC67-BB88-A061-69D96E240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DE4AB-25A2-BCC1-2DC2-98E2C760A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B4D6-6F2C-4DD5-9D5C-8C0155904E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45B51-70F7-0AB2-6DBB-F53FCC005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1E77C-8151-3B55-119F-FE47FBF0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CDDA-720A-4908-8A02-CAFA56A67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751463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B9B524-1EC5-3554-6A9F-C998701B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92B7D-79C9-F002-6E4B-8EB7D85EA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2DA98-DE6D-734A-3D4B-B50E43170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38B4D6-6F2C-4DD5-9D5C-8C0155904E14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B4704-DEF5-755D-6896-D3FBC42117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CDF4C-D500-3293-F6EA-918BA832A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A3CDDA-720A-4908-8A02-CAFA56A67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987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2489F-94BA-E64B-611B-9C4A1BA239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CD264-8B6F-27C6-6365-5822EFD0F4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A5CA0A-9369-C52F-A988-09BA26372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824"/>
            <a:ext cx="12192000" cy="674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6381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845DD0-8CA2-DF2E-3365-99F7A33FC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456" r="434" b="20"/>
          <a:stretch>
            <a:fillRect/>
          </a:stretch>
        </p:blipFill>
        <p:spPr>
          <a:xfrm>
            <a:off x="20" y="169738"/>
            <a:ext cx="12139051" cy="668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556711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A487E-B2CA-B91C-8F77-5082F17AB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F4753-9003-AA76-36D6-F5C059FA3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BF6E7-6C58-1AA0-046D-A00C629DC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02"/>
            <a:ext cx="12192000" cy="67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67088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556A4-4A96-1A0F-9BCF-C90CD2C3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404FA-69EA-C23A-961E-46875B4D7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082339-FF6D-EAFB-EF43-2BF0EC281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284"/>
            <a:ext cx="12192000" cy="669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737499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5B9FE-5791-B2E0-260D-EA4CD5218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77873-91A7-6645-B893-D1F8FD6C0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F9F3A8-EB94-05CD-551E-47A2F5388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84"/>
            <a:ext cx="12192000" cy="674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6895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A5C82-15A1-915C-5E17-8979A4AA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37CEA-5A14-9FFC-B92E-5F63CEF4F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5485B-70D9-B5E5-880A-BDBE5E9F9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550"/>
            <a:ext cx="12192000" cy="67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488104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0E8C1-E12A-6081-916B-219F9955F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2D759-0E71-45F7-FFB6-3538B2DD5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5DB729-1296-6909-84B3-54563801A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29"/>
            <a:ext cx="12192000" cy="674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980774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1BDA2-1229-3C40-E69F-4E5BDE75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2027E-BBCA-1DB7-15F6-D4CBFD90F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3B70E-65E5-A27B-4782-9892D74CC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1608" r="454"/>
          <a:stretch>
            <a:fillRect/>
          </a:stretch>
        </p:blipFill>
        <p:spPr>
          <a:xfrm>
            <a:off x="0" y="0"/>
            <a:ext cx="12136582" cy="670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12228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67267-96AD-B70D-4650-98AE41A84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916D4-5EE9-E722-D5CC-2C2C86965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DBD1A-91F7-7913-BCC3-7889B1211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502"/>
            <a:ext cx="12192000" cy="666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385968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5B82-5C49-038A-AD07-098268531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6890A-D70A-EAEF-8D39-7AF975737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D3D928-C13F-3088-FA4B-8EB6967CC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904"/>
            <a:ext cx="12192000" cy="674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27920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60632-FC11-1B3C-E090-E5E46D862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9DEBE-9F8B-E0C0-F5A7-5CC2693FF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CBBBB-AD16-2BC9-04AB-EDB62C60B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713"/>
            <a:ext cx="12192000" cy="661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73199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8C6F-EDFA-C5DE-A680-6D4DBDF85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75147-9883-BAAF-9374-F4D7C6763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963A1-FE3D-0698-48D7-463B2FAA1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068"/>
            <a:ext cx="12192000" cy="661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767130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39F84-9356-CC06-D9F4-4D835D651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14A9D-536C-AA58-EADC-9EAA626D6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DC62A-580D-DFF1-33A0-FC79D34C2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268"/>
            <a:ext cx="12192000" cy="670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29079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Pradhan, Pratyush [C]</dc:creator>
  <cp:lastModifiedBy>Pradhan, Pratyush [C]</cp:lastModifiedBy>
  <cp:revision>4</cp:revision>
  <dcterms:created xsi:type="dcterms:W3CDTF">2026-06-03T14:45:20Z</dcterms:created>
  <dcterms:modified xsi:type="dcterms:W3CDTF">2026-06-03T14:57:14Z</dcterms:modified>
</cp:coreProperties>
</file>