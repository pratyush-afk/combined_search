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94660"/>
  </p:normalViewPr>
  <p:slideViewPr>
    <p:cSldViewPr snapToGrid="0">
      <p:cViewPr varScale="1">
        <p:scale>
          <a:sx n="69" d="100"/>
          <a:sy n="69" d="100"/>
        </p:scale>
        <p:origin x="72" y="4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A618A-D160-2B2D-E98B-661238AC26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18510BD-5BB7-9518-1D7E-D92708D69E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3699C2-91C2-D7B7-EC5C-B740559DEC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38B4D6-6F2C-4DD5-9D5C-8C0155904E14}" type="datetimeFigureOut">
              <a:rPr lang="en-IN" smtClean="0"/>
              <a:t>03-06-2026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79C74B-006A-387A-158B-F4C27952A7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18D63F-B6EE-9972-E0BD-CB1C701035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A3CDDA-720A-4908-8A02-CAFA56A674C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169561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BD4F0A-1A18-13DF-BA75-D5F9493E3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5C9BB2-C352-6192-84C0-6CD78FA618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C78F05-0DE5-BF9D-E2BE-6AAC7116EE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38B4D6-6F2C-4DD5-9D5C-8C0155904E14}" type="datetimeFigureOut">
              <a:rPr lang="en-IN" smtClean="0"/>
              <a:t>03-06-2026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A125B2-888D-EC53-072B-2DEFE48C57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33949E-4865-9BA6-37DA-A9AFA9B87A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A3CDDA-720A-4908-8A02-CAFA56A674C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791451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6745EC-FE7E-C846-5E80-A7EEB3AA99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AEB7BD-22E1-F6D4-4454-0D8D7F022B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6BEE79-D004-9EEF-373A-B3884EF0A0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38B4D6-6F2C-4DD5-9D5C-8C0155904E14}" type="datetimeFigureOut">
              <a:rPr lang="en-IN" smtClean="0"/>
              <a:t>03-06-2026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973C02-2701-5960-3137-0CAD992CF6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A33CDE-20C0-E499-18FA-A86EEDCE6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A3CDDA-720A-4908-8A02-CAFA56A674C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131105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8D6338-08B0-1869-134A-2655C244B3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D12203-099D-52AF-B0AF-52EA043462C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9413D2-AB1E-3AB8-0013-581451D983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141B94-DA94-B699-5F05-640501EC62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38B4D6-6F2C-4DD5-9D5C-8C0155904E14}" type="datetimeFigureOut">
              <a:rPr lang="en-IN" smtClean="0"/>
              <a:t>03-06-2026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EABDF2A-E609-A902-E7A5-4CF96445BC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AEB434-5DA3-1429-549A-301FC6243F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A3CDDA-720A-4908-8A02-CAFA56A674C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386968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33E36B-06CB-D1D3-7BEF-39FDF97114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A2D378-3A8A-FAC0-272B-BFE565B664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73EA88D-8B2B-CB69-A0A8-E75C557F05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1BE4CE-B543-487E-93C2-983D7542EF9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FA6EDEA-AEC8-9FD9-D57A-774C9AE14FC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59567ED-98B8-B469-A39C-D1D8E68A37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38B4D6-6F2C-4DD5-9D5C-8C0155904E14}" type="datetimeFigureOut">
              <a:rPr lang="en-IN" smtClean="0"/>
              <a:t>03-06-2026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8E29461-A171-4EDD-9ACA-B8BD8C1DEA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F2C0BEB-96EC-A35F-4BEE-F9F758E7B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A3CDDA-720A-4908-8A02-CAFA56A674C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205338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CCAA16-9036-BF13-FC57-17E86D4195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E8C347-47D9-C6CE-AC94-B718761E38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38B4D6-6F2C-4DD5-9D5C-8C0155904E14}" type="datetimeFigureOut">
              <a:rPr lang="en-IN" smtClean="0"/>
              <a:t>03-06-2026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C4D866A-4BBF-95B0-F13B-DA3933F4F2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915E44-57E7-46CB-9874-FB0E62008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A3CDDA-720A-4908-8A02-CAFA56A674C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05718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A2D337A-42CE-63CB-2FE1-776CC9F463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38B4D6-6F2C-4DD5-9D5C-8C0155904E14}" type="datetimeFigureOut">
              <a:rPr lang="en-IN" smtClean="0"/>
              <a:t>03-06-2026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6BD37C1-7555-C572-E855-B790BB7E83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85B6F4-7A01-FBBD-22E0-1E97EDD8C6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A3CDDA-720A-4908-8A02-CAFA56A674C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638885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63FF7F-E9C1-3BCC-A6EB-E9FD8EA308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5396E3-7328-6CE1-0490-144A707EDA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343DFB0-9B29-CE7A-5C07-C53DF5C04D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6CF75E3-7785-D2FC-5528-CBE5D70BD0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38B4D6-6F2C-4DD5-9D5C-8C0155904E14}" type="datetimeFigureOut">
              <a:rPr lang="en-IN" smtClean="0"/>
              <a:t>03-06-2026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68B2D3C-728C-A846-F0A5-2C0ED79ED0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DF4EF0-987C-8B3C-ECBB-EA9D2AE7AE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A3CDDA-720A-4908-8A02-CAFA56A674C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701325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6BAF36-1D64-D74E-CEBA-A73EA1C872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AFCDF5C-BE71-9B80-FAD5-C0664113757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EE46072-A480-E53D-0BAA-4478707A2E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4A4E2C-E5E9-6C65-7989-6C2AA2FBBE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38B4D6-6F2C-4DD5-9D5C-8C0155904E14}" type="datetimeFigureOut">
              <a:rPr lang="en-IN" smtClean="0"/>
              <a:t>03-06-2026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6347C2C-EA9A-C748-7F13-4532834019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7809B1-0841-EA89-F89B-D4AEB37B1E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A3CDDA-720A-4908-8A02-CAFA56A674C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481287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02FFEF-2E0D-5DF5-4656-7B2F1734A9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CB92E41-287A-1C2E-0C2B-50217BC010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DD8FE8-33EE-B39F-11A1-AB2CED3619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38B4D6-6F2C-4DD5-9D5C-8C0155904E14}" type="datetimeFigureOut">
              <a:rPr lang="en-IN" smtClean="0"/>
              <a:t>03-06-2026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449330-A4E7-B116-871D-5746FBB0B7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D3DD78-2179-679D-7F21-5BAAD71DF7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A3CDDA-720A-4908-8A02-CAFA56A674C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396965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C6BC9F0-282C-54B0-F40E-3459582B9B9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5A633E3-DC67-BB88-A061-69D96E24026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4DE4AB-25A2-BCC1-2DC2-98E2C760A6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38B4D6-6F2C-4DD5-9D5C-8C0155904E14}" type="datetimeFigureOut">
              <a:rPr lang="en-IN" smtClean="0"/>
              <a:t>03-06-2026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B45B51-70F7-0AB2-6DBB-F53FCC005E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F1E77C-8151-3B55-119F-FE47FBF0F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A3CDDA-720A-4908-8A02-CAFA56A674C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47514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DB9B524-1EC5-3554-6A9F-C998701BAA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892B7D-79C9-F002-6E4B-8EB7D85EA9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22DA98-DE6D-734A-3D4B-B50E4317022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938B4D6-6F2C-4DD5-9D5C-8C0155904E14}" type="datetimeFigureOut">
              <a:rPr lang="en-IN" smtClean="0"/>
              <a:t>03-06-2026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7B4704-DEF5-755D-6896-D3FBC421176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ACDF4C-D500-3293-F6EA-918BA832AA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AA3CDDA-720A-4908-8A02-CAFA56A674C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09875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2489F-94BA-E64B-611B-9C4A1BA2390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87CD264-8B6F-27C6-6365-5822EFD0F4E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DA5CA0A-9369-C52F-A988-09BA263727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824"/>
            <a:ext cx="12192000" cy="67443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36638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6845DD0-8CA2-DF2E-3365-99F7A33FCC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2456" r="434" b="20"/>
          <a:stretch>
            <a:fillRect/>
          </a:stretch>
        </p:blipFill>
        <p:spPr>
          <a:xfrm>
            <a:off x="20" y="169738"/>
            <a:ext cx="12139051" cy="66882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85567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BA487E-B2CA-B91C-8F77-5082F17ABD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BF4753-9003-AA76-36D6-F5C059FA39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D1BF6E7-6C58-1AA0-046D-A00C629DC8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8002"/>
            <a:ext cx="12192000" cy="67219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99670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0556A4-4A96-1A0F-9BCF-C90CD2C360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D404FA-69EA-C23A-961E-46875B4D7C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9082339-FF6D-EAFB-EF43-2BF0EC2811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0284"/>
            <a:ext cx="12192000" cy="6697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17374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E5B9FE-5791-B2E0-260D-EA4CD52189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377873-91A7-6645-B893-D1F8FD6C0A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8F9F3A8-EB94-05CD-551E-47A2F53885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8884"/>
            <a:ext cx="12192000" cy="6740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94689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5A5C82-15A1-915C-5E17-8979A4AACE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B37CEA-5A14-9FFC-B92E-5F63CEF4FD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E75485B-70D9-B5E5-880A-BDBE5E9F9C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550"/>
            <a:ext cx="12192000" cy="6736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04881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60E8C1-E12A-6081-916B-219F9955F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B2D759-0E71-45F7-FFB6-3538B2DD55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15DB729-1296-6909-84B3-54563801A2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029"/>
            <a:ext cx="12192000" cy="6745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39807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1BDA2-1229-3C40-E69F-4E5BDE75C9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52027E-BBCA-1DB7-15F6-D4CBFD90F0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3D3B70E-65E5-A27B-4782-9892D74CC81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" t="1608" r="454"/>
          <a:stretch>
            <a:fillRect/>
          </a:stretch>
        </p:blipFill>
        <p:spPr>
          <a:xfrm>
            <a:off x="0" y="0"/>
            <a:ext cx="12136582" cy="6704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32122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67267-96AD-B70D-4650-98AE41A845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916D4-5EE9-E722-D5CC-2C2C869655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11DBD1A-91F7-7913-BCC3-7889B1211B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8502"/>
            <a:ext cx="12192000" cy="66609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73859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A15B82-5C49-038A-AD07-0982685317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06890A-D70A-EAEF-8D39-7AF975737A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DD3D928-C13F-3088-FA4B-8EB6967CC1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904"/>
            <a:ext cx="12192000" cy="67441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92279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360632-FC11-1B3C-E090-E5E46D8624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19DEBE-9F8B-E0C0-F5A7-5CC2693FFF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ECCBBBB-AD16-2BC9-04AB-EDB62C60B3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3713"/>
            <a:ext cx="12192000" cy="66105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19731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58C6F-EDFA-C5DE-A680-6D4DBDF857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575147-9883-BAAF-9374-F4D7C67637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77963A1-FE3D-0698-48D7-463B2FAA14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2068"/>
            <a:ext cx="12192000" cy="66138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57671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939F84-9356-CC06-D9F4-4D835D6519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614A9D-536C-AA58-EADC-9EAA626D69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04DC62A-580D-DFF1-33A0-FC79D34C21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268"/>
            <a:ext cx="12192000" cy="6701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04290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0</Words>
  <Application>Microsoft Office PowerPoint</Application>
  <PresentationFormat>Widescreen</PresentationFormat>
  <Paragraphs>0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Pradhan, Pratyush [C]</dc:creator>
  <cp:lastModifiedBy>Pradhan, Pratyush [C]</cp:lastModifiedBy>
  <cp:revision>1</cp:revision>
  <dcterms:created xsi:type="dcterms:W3CDTF">2026-06-03T14:45:20Z</dcterms:created>
  <dcterms:modified xsi:type="dcterms:W3CDTF">2026-06-03T14:51:26Z</dcterms:modified>
</cp:coreProperties>
</file>