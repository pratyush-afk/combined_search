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3" d="100"/>
          <a:sy n="53" d="100"/>
        </p:scale>
        <p:origin x="255" y="1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82090" y="-746125"/>
            <a:ext cx="20322844" cy="12475577"/>
            <a:chOff x="0" y="0"/>
            <a:chExt cx="20322844" cy="12475577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052" cy="477232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8792" y="6018095"/>
              <a:ext cx="20104052" cy="645748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582275" y="4642384"/>
              <a:ext cx="252095" cy="252095"/>
            </a:xfrm>
            <a:custGeom>
              <a:avLst/>
              <a:gdLst/>
              <a:ahLst/>
              <a:cxnLst/>
              <a:rect l="l" t="t" r="r" b="b"/>
              <a:pathLst>
                <a:path w="252095" h="252095">
                  <a:moveTo>
                    <a:pt x="0" y="0"/>
                  </a:moveTo>
                  <a:lnTo>
                    <a:pt x="251694" y="0"/>
                  </a:lnTo>
                  <a:lnTo>
                    <a:pt x="251694" y="251999"/>
                  </a:lnTo>
                  <a:lnTo>
                    <a:pt x="0" y="2519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338522" y="4842311"/>
            <a:ext cx="6037128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50" dirty="0">
                <a:solidFill>
                  <a:srgbClr val="282D34"/>
                </a:solidFill>
                <a:latin typeface="Arial"/>
                <a:cs typeface="Arial"/>
              </a:rPr>
              <a:t>harmonisation</a:t>
            </a:r>
            <a:r>
              <a:rPr sz="2850" spc="215" dirty="0">
                <a:solidFill>
                  <a:srgbClr val="282D34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282D34"/>
                </a:solidFill>
                <a:latin typeface="Arial"/>
                <a:cs typeface="Arial"/>
              </a:rPr>
              <a:t>for</a:t>
            </a:r>
            <a:r>
              <a:rPr sz="2850" spc="229" dirty="0">
                <a:solidFill>
                  <a:srgbClr val="282D34"/>
                </a:solidFill>
                <a:latin typeface="Arial"/>
                <a:cs typeface="Arial"/>
              </a:rPr>
              <a:t> </a:t>
            </a:r>
            <a:r>
              <a:rPr sz="2850" spc="130" dirty="0">
                <a:solidFill>
                  <a:srgbClr val="282D34"/>
                </a:solidFill>
                <a:latin typeface="Arial"/>
                <a:cs typeface="Arial"/>
              </a:rPr>
              <a:t>better</a:t>
            </a:r>
            <a:r>
              <a:rPr sz="2850" spc="-60" dirty="0">
                <a:solidFill>
                  <a:srgbClr val="282D34"/>
                </a:solidFill>
                <a:latin typeface="Arial"/>
                <a:cs typeface="Arial"/>
              </a:rPr>
              <a:t> </a:t>
            </a:r>
            <a:r>
              <a:rPr sz="2850" spc="105" dirty="0">
                <a:solidFill>
                  <a:srgbClr val="282D34"/>
                </a:solidFill>
                <a:latin typeface="Arial"/>
                <a:cs typeface="Arial"/>
              </a:rPr>
              <a:t>h</a:t>
            </a:r>
            <a:endParaRPr sz="28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60325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892</TotalTime>
  <Words>4</Words>
  <Application>Microsoft Office PowerPoint</Application>
  <PresentationFormat>Custom</PresentationFormat>
  <Paragraphs>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Pradhan, Pratyush [C]</cp:lastModifiedBy>
  <cp:revision>1</cp:revision>
  <dcterms:created xsi:type="dcterms:W3CDTF">2026-06-01T15:09:24Z</dcterms:created>
  <dcterms:modified xsi:type="dcterms:W3CDTF">2026-06-02T06:04:31Z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2026-06-01T00:00:00Z</vt:filetime>
  </property>
  <property fmtid="{D5CDD505-2E9C-101B-9397-08002B2CF9AE}" pid="3" name="LastSaved">
    <vt:filetime>2026-06-01T00:00:00Z</vt:filetime>
  </property>
</Properties>
</file>